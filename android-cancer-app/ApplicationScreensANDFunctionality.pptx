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5670550" cy="1008062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6E5F98-09C0-4BBD-AFB2-0683B750D4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83320" y="133560"/>
            <a:ext cx="5102640" cy="22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781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283320" y="2358360"/>
            <a:ext cx="5102640" cy="584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6CBF16-25C2-46FC-8ECF-A71F53CC55B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83320" y="133560"/>
            <a:ext cx="5102640" cy="22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781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283320" y="2358360"/>
            <a:ext cx="5102640" cy="584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2517"/>
              </a:spcBef>
              <a:buNone/>
            </a:pPr>
            <a:endParaRPr b="0" lang="en-GB" sz="5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576AD8-1C36-4727-9A26-48C4B898B9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83320" y="133560"/>
            <a:ext cx="5102640" cy="22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781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283320" y="2358360"/>
            <a:ext cx="2489760" cy="584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2517"/>
              </a:spcBef>
              <a:buNone/>
            </a:pPr>
            <a:endParaRPr b="0" lang="en-GB" sz="5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2898000" y="2358360"/>
            <a:ext cx="2489760" cy="584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2517"/>
              </a:spcBef>
              <a:buNone/>
            </a:pPr>
            <a:endParaRPr b="0" lang="en-GB" sz="5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44D887-DD52-439A-8DA8-93C604A1162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283320" y="133560"/>
            <a:ext cx="5102640" cy="22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781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18468D8-95A5-4F7D-9034-6D61D9F0560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283320" y="401760"/>
            <a:ext cx="5102640" cy="780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81294F-0068-472A-A905-4A58FE449A8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283320" y="133560"/>
            <a:ext cx="5102640" cy="22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781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283320" y="2358360"/>
            <a:ext cx="2489760" cy="27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2517"/>
              </a:spcBef>
              <a:buNone/>
            </a:pPr>
            <a:endParaRPr b="0" lang="en-GB" sz="5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2898000" y="2358360"/>
            <a:ext cx="2489760" cy="584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2517"/>
              </a:spcBef>
              <a:buNone/>
            </a:pPr>
            <a:endParaRPr b="0" lang="en-GB" sz="5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283320" y="5411880"/>
            <a:ext cx="2489760" cy="27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2517"/>
              </a:spcBef>
              <a:buNone/>
            </a:pPr>
            <a:endParaRPr b="0" lang="en-GB" sz="5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D085E5C-3D50-4ABF-A87C-4611B8C3C87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283320" y="133560"/>
            <a:ext cx="5102640" cy="22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781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283320" y="2358360"/>
            <a:ext cx="2489760" cy="584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2517"/>
              </a:spcBef>
              <a:buNone/>
            </a:pPr>
            <a:endParaRPr b="0" lang="en-GB" sz="5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2898000" y="2358360"/>
            <a:ext cx="2489760" cy="27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2517"/>
              </a:spcBef>
              <a:buNone/>
            </a:pPr>
            <a:endParaRPr b="0" lang="en-GB" sz="5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2898000" y="5411880"/>
            <a:ext cx="2489760" cy="27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2517"/>
              </a:spcBef>
              <a:buNone/>
            </a:pPr>
            <a:endParaRPr b="0" lang="en-GB" sz="5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5BE1E2-1ACF-4A5B-84EC-5124EE8804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83320" y="133560"/>
            <a:ext cx="5102640" cy="22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781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283320" y="2358360"/>
            <a:ext cx="2489760" cy="27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2517"/>
              </a:spcBef>
              <a:buNone/>
            </a:pPr>
            <a:endParaRPr b="0" lang="en-GB" sz="5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2898000" y="2358360"/>
            <a:ext cx="2489760" cy="27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2517"/>
              </a:spcBef>
              <a:buNone/>
            </a:pPr>
            <a:endParaRPr b="0" lang="en-GB" sz="5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283320" y="5411880"/>
            <a:ext cx="5102640" cy="27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2517"/>
              </a:spcBef>
              <a:buNone/>
            </a:pPr>
            <a:endParaRPr b="0" lang="en-GB" sz="5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C5A5C1-8373-430C-BB50-69F1CCE5756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83320" y="133560"/>
            <a:ext cx="5102640" cy="22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781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283320" y="2358360"/>
            <a:ext cx="5102640" cy="27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2517"/>
              </a:spcBef>
              <a:buNone/>
            </a:pPr>
            <a:endParaRPr b="0" lang="en-GB" sz="5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283320" y="5411880"/>
            <a:ext cx="5102640" cy="27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2517"/>
              </a:spcBef>
              <a:buNone/>
            </a:pPr>
            <a:endParaRPr b="0" lang="en-GB" sz="5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56303E-B24D-48B6-BC50-2DA620042D3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83320" y="133560"/>
            <a:ext cx="5102640" cy="22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781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283320" y="2358360"/>
            <a:ext cx="2489760" cy="27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2517"/>
              </a:spcBef>
              <a:buNone/>
            </a:pPr>
            <a:endParaRPr b="0" lang="en-GB" sz="5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2898000" y="2358360"/>
            <a:ext cx="2489760" cy="27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2517"/>
              </a:spcBef>
              <a:buNone/>
            </a:pPr>
            <a:endParaRPr b="0" lang="en-GB" sz="5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283320" y="5411880"/>
            <a:ext cx="2489760" cy="27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2517"/>
              </a:spcBef>
              <a:buNone/>
            </a:pPr>
            <a:endParaRPr b="0" lang="en-GB" sz="5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2898000" y="5411880"/>
            <a:ext cx="2489760" cy="27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2517"/>
              </a:spcBef>
              <a:buNone/>
            </a:pPr>
            <a:endParaRPr b="0" lang="en-GB" sz="5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09C3F3-0857-48D9-878A-3B31254755A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83320" y="133560"/>
            <a:ext cx="5102640" cy="22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781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283320" y="2358360"/>
            <a:ext cx="1642680" cy="27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/>
          </a:bodyPr>
          <a:p>
            <a:pPr indent="0">
              <a:spcBef>
                <a:spcPts val="2517"/>
              </a:spcBef>
              <a:buNone/>
            </a:pPr>
            <a:endParaRPr b="0" lang="en-GB" sz="5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2008440" y="2358360"/>
            <a:ext cx="1642680" cy="27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/>
          </a:bodyPr>
          <a:p>
            <a:pPr indent="0">
              <a:spcBef>
                <a:spcPts val="2517"/>
              </a:spcBef>
              <a:buNone/>
            </a:pPr>
            <a:endParaRPr b="0" lang="en-GB" sz="5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3733560" y="2358360"/>
            <a:ext cx="1642680" cy="27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/>
          </a:bodyPr>
          <a:p>
            <a:pPr indent="0">
              <a:spcBef>
                <a:spcPts val="2517"/>
              </a:spcBef>
              <a:buNone/>
            </a:pPr>
            <a:endParaRPr b="0" lang="en-GB" sz="5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283320" y="5411880"/>
            <a:ext cx="1642680" cy="27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/>
          </a:bodyPr>
          <a:p>
            <a:pPr indent="0">
              <a:spcBef>
                <a:spcPts val="2517"/>
              </a:spcBef>
              <a:buNone/>
            </a:pPr>
            <a:endParaRPr b="0" lang="en-GB" sz="5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2008440" y="5411880"/>
            <a:ext cx="1642680" cy="27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/>
          </a:bodyPr>
          <a:p>
            <a:pPr indent="0">
              <a:spcBef>
                <a:spcPts val="2517"/>
              </a:spcBef>
              <a:buNone/>
            </a:pPr>
            <a:endParaRPr b="0" lang="en-GB" sz="5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3733560" y="5411880"/>
            <a:ext cx="1642680" cy="278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/>
          </a:bodyPr>
          <a:p>
            <a:pPr indent="0">
              <a:spcBef>
                <a:spcPts val="2517"/>
              </a:spcBef>
              <a:buNone/>
            </a:pPr>
            <a:endParaRPr b="0" lang="en-GB" sz="569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B3B11A-F524-4339-9BAB-014F9A23FE7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283320" y="401760"/>
            <a:ext cx="5102640" cy="168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7819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781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283320" y="2358360"/>
            <a:ext cx="5102640" cy="584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0000"/>
          </a:bodyPr>
          <a:p>
            <a:pPr marL="345600" indent="-259200">
              <a:spcBef>
                <a:spcPts val="25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569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5690" spc="-1" strike="noStrike">
              <a:solidFill>
                <a:srgbClr val="000000"/>
              </a:solidFill>
              <a:latin typeface="Arial"/>
            </a:endParaRPr>
          </a:p>
          <a:p>
            <a:pPr lvl="1" marL="691200" indent="-259200">
              <a:spcBef>
                <a:spcPts val="2013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498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4980" spc="-1" strike="noStrike">
              <a:solidFill>
                <a:srgbClr val="000000"/>
              </a:solidFill>
              <a:latin typeface="Arial"/>
            </a:endParaRPr>
          </a:p>
          <a:p>
            <a:pPr lvl="2" marL="1036800" indent="-230400">
              <a:spcBef>
                <a:spcPts val="151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427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4270" spc="-1" strike="noStrike">
              <a:solidFill>
                <a:srgbClr val="000000"/>
              </a:solidFill>
              <a:latin typeface="Arial"/>
            </a:endParaRPr>
          </a:p>
          <a:p>
            <a:pPr lvl="3" marL="1382400" indent="-172800">
              <a:spcBef>
                <a:spcPts val="100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3559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3559" spc="-1" strike="noStrike">
              <a:solidFill>
                <a:srgbClr val="000000"/>
              </a:solidFill>
              <a:latin typeface="Arial"/>
            </a:endParaRPr>
          </a:p>
          <a:p>
            <a:pPr lvl="4" marL="1728000" indent="-172800">
              <a:spcBef>
                <a:spcPts val="50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559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3559" spc="-1" strike="noStrike">
              <a:solidFill>
                <a:srgbClr val="000000"/>
              </a:solidFill>
              <a:latin typeface="Arial"/>
            </a:endParaRPr>
          </a:p>
          <a:p>
            <a:pPr lvl="5" marL="2073600" indent="-172800">
              <a:spcBef>
                <a:spcPts val="50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559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3559" spc="-1" strike="noStrike">
              <a:solidFill>
                <a:srgbClr val="000000"/>
              </a:solidFill>
              <a:latin typeface="Arial"/>
            </a:endParaRPr>
          </a:p>
          <a:p>
            <a:pPr lvl="6" marL="2419200" indent="-172800">
              <a:spcBef>
                <a:spcPts val="502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559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355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283320" y="9182520"/>
            <a:ext cx="1320840" cy="69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1938960" y="9182520"/>
            <a:ext cx="1797120" cy="69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4065120" y="9182520"/>
            <a:ext cx="1320840" cy="69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B4EE215-62C4-4E6D-BC8E-456FE25C09F5}" type="slidenum"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>
            <a:off x="1080000" y="4680000"/>
            <a:ext cx="3600000" cy="12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Setup LLM Access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360000" y="540000"/>
            <a:ext cx="486000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First launch screen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>
            <a:off x="720000" y="1620000"/>
            <a:ext cx="3600000" cy="5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Name of the profile</a:t>
            </a:r>
            <a:endParaRPr b="0" lang="en-GB" sz="1800" spc="-1" strike="noStrike">
              <a:solidFill>
                <a:srgbClr val="000000"/>
              </a:solidFill>
              <a:latin typeface="Arial"/>
              <a:ea typeface="WenQuanYi Micro Hei"/>
            </a:endParaRPr>
          </a:p>
        </p:txBody>
      </p:sp>
      <p:sp>
        <p:nvSpPr>
          <p:cNvPr id="44" name=""/>
          <p:cNvSpPr/>
          <p:nvPr/>
        </p:nvSpPr>
        <p:spPr>
          <a:xfrm>
            <a:off x="720000" y="2340000"/>
            <a:ext cx="3600000" cy="5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LLM url</a:t>
            </a:r>
            <a:endParaRPr b="0" lang="en-GB" sz="1800" spc="-1" strike="noStrike">
              <a:solidFill>
                <a:srgbClr val="000000"/>
              </a:solidFill>
              <a:latin typeface="Arial"/>
              <a:ea typeface="WenQuanYi Micro Hei"/>
            </a:endParaRPr>
          </a:p>
        </p:txBody>
      </p:sp>
      <p:sp>
        <p:nvSpPr>
          <p:cNvPr id="45" name=""/>
          <p:cNvSpPr/>
          <p:nvPr/>
        </p:nvSpPr>
        <p:spPr>
          <a:xfrm>
            <a:off x="720000" y="3240000"/>
            <a:ext cx="3600000" cy="5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Access key</a:t>
            </a:r>
            <a:endParaRPr b="0" lang="en-GB" sz="1800" spc="-1" strike="noStrike">
              <a:solidFill>
                <a:srgbClr val="000000"/>
              </a:solidFill>
              <a:latin typeface="Arial"/>
              <a:ea typeface="WenQuanYi Micro Hei"/>
            </a:endParaRPr>
          </a:p>
        </p:txBody>
      </p:sp>
      <p:sp>
        <p:nvSpPr>
          <p:cNvPr id="46" name=""/>
          <p:cNvSpPr/>
          <p:nvPr/>
        </p:nvSpPr>
        <p:spPr>
          <a:xfrm>
            <a:off x="720000" y="4140000"/>
            <a:ext cx="3600000" cy="5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temperature</a:t>
            </a:r>
            <a:endParaRPr b="0" lang="en-GB" sz="1800" spc="-1" strike="noStrike">
              <a:solidFill>
                <a:srgbClr val="000000"/>
              </a:solidFill>
              <a:latin typeface="Arial"/>
              <a:ea typeface="WenQuanYi Micro 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1440000" y="2700000"/>
            <a:ext cx="324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Submit your medical documents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1260000" y="1260000"/>
            <a:ext cx="2340000" cy="720000"/>
          </a:xfrm>
          <a:prstGeom prst="wedgeRoundRectCallout">
            <a:avLst>
              <a:gd name="adj1" fmla="val -30324"/>
              <a:gd name="adj2" fmla="val 158333"/>
              <a:gd name="adj3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Select file or picture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720000" y="4320000"/>
            <a:ext cx="4320000" cy="72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Processing… ( 40%)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283320" y="133560"/>
            <a:ext cx="5102640" cy="22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7819" spc="-1" strike="noStrike">
                <a:solidFill>
                  <a:srgbClr val="000000"/>
                </a:solidFill>
                <a:latin typeface="Arial"/>
              </a:rPr>
              <a:t>Main screen</a:t>
            </a:r>
            <a:endParaRPr b="0" lang="en-GB" sz="781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180000" y="9000000"/>
            <a:ext cx="720000" cy="5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1080000" y="9000000"/>
            <a:ext cx="720000" cy="5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1980000" y="9000000"/>
            <a:ext cx="720000" cy="5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2880000" y="9000000"/>
            <a:ext cx="720000" cy="5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3780000" y="9000000"/>
            <a:ext cx="720000" cy="5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4680000" y="9000000"/>
            <a:ext cx="720000" cy="5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360000" y="7380000"/>
            <a:ext cx="900000" cy="720000"/>
          </a:xfrm>
          <a:prstGeom prst="wedgeRoundRectCallout">
            <a:avLst>
              <a:gd name="adj1" fmla="val -30324"/>
              <a:gd name="adj2" fmla="val 158333"/>
              <a:gd name="adj3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Info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80000" y="9000000"/>
            <a:ext cx="720000" cy="5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1080000" y="9000000"/>
            <a:ext cx="720000" cy="5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1980000" y="9000000"/>
            <a:ext cx="720000" cy="54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1440000" y="7380000"/>
            <a:ext cx="900000" cy="720000"/>
          </a:xfrm>
          <a:prstGeom prst="wedgeRoundRectCallout">
            <a:avLst>
              <a:gd name="adj1" fmla="val -30324"/>
              <a:gd name="adj2" fmla="val 158333"/>
              <a:gd name="adj3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Chat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2340000" y="7020000"/>
            <a:ext cx="900000" cy="1080000"/>
          </a:xfrm>
          <a:prstGeom prst="wedgeRoundRectCallout">
            <a:avLst>
              <a:gd name="adj1" fmla="val -30328"/>
              <a:gd name="adj2" fmla="val 122208"/>
              <a:gd name="adj3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Medical tracker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3240000" y="7020000"/>
            <a:ext cx="900000" cy="1080000"/>
          </a:xfrm>
          <a:prstGeom prst="wedgeRoundRectCallout">
            <a:avLst>
              <a:gd name="adj1" fmla="val -30328"/>
              <a:gd name="adj2" fmla="val 122208"/>
              <a:gd name="adj3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Clinical trials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3960000" y="7020000"/>
            <a:ext cx="900000" cy="1080000"/>
          </a:xfrm>
          <a:prstGeom prst="wedgeRoundRectCallout">
            <a:avLst>
              <a:gd name="adj1" fmla="val -30328"/>
              <a:gd name="adj2" fmla="val 122208"/>
              <a:gd name="adj3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Medical Papers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4860000" y="7020000"/>
            <a:ext cx="900000" cy="1080000"/>
          </a:xfrm>
          <a:prstGeom prst="wedgeRoundRectCallout">
            <a:avLst>
              <a:gd name="adj1" fmla="val -30328"/>
              <a:gd name="adj2" fmla="val 122208"/>
              <a:gd name="adj3" fmla="val 16667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Settings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720000" y="3960000"/>
            <a:ext cx="432000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Use this main screen with the design below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283320" y="133560"/>
            <a:ext cx="5102640" cy="2219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7819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283320" y="2358360"/>
            <a:ext cx="5102640" cy="5845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2517"/>
              </a:spcBef>
              <a:buNone/>
            </a:pPr>
            <a:endParaRPr b="0" lang="en-GB" sz="569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2026-07-16T13:44:21Z</dcterms:created>
  <dc:creator>Pavels Kartasevs</dc:creator>
  <dc:description/>
  <dc:language>en-GB</dc:language>
  <cp:lastModifiedBy>Pavels Kartasevs</cp:lastModifiedBy>
  <dcterms:modified xsi:type="dcterms:W3CDTF">2026-07-16T14:16:50Z</dcterms:modified>
  <cp:revision>3</cp:revision>
  <dc:subject/>
  <dc:title/>
</cp:coreProperties>
</file>